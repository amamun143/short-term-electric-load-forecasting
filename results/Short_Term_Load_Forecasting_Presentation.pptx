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Short-Term Electric Load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Applied Soft Computing Project</a:t>
            </a:r>
          </a:p>
          <a:p>
            <a:r>
              <a:t>Abdullah Mamun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</a:t>
            </a:r>
          </a:p>
          <a:p>
            <a:pPr>
              <a:defRPr sz="2200"/>
            </a:pPr>
            <a:r>
              <a:t>Data</a:t>
            </a:r>
          </a:p>
          <a:p>
            <a:pPr>
              <a:defRPr sz="2200"/>
            </a:pPr>
            <a:r>
              <a:t>Methods</a:t>
            </a:r>
          </a:p>
          <a:p>
            <a:pPr>
              <a:defRPr sz="2200"/>
            </a:pPr>
            <a:r>
              <a:t>Results</a:t>
            </a:r>
          </a:p>
          <a:p>
            <a:pPr>
              <a:defRPr sz="2200"/>
            </a:pPr>
            <a:r>
              <a:t>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Need hourly load forecasts for grid operation</a:t>
            </a:r>
          </a:p>
          <a:p>
            <a:pPr>
              <a:defRPr sz="2200"/>
            </a:pPr>
            <a:r>
              <a:t>High error means higher cost and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accurate and interpretable model</a:t>
            </a:r>
          </a:p>
          <a:p>
            <a:pPr>
              <a:defRPr sz="2200"/>
            </a:pPr>
            <a:r>
              <a:t>Compare with strong baselines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Feedback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Expanded literature view</a:t>
            </a:r>
          </a:p>
          <a:p>
            <a:pPr>
              <a:defRPr sz="2200"/>
            </a:pPr>
            <a:r>
              <a:t>Added at least 3 baselines</a:t>
            </a:r>
          </a:p>
          <a:p>
            <a:pPr>
              <a:defRPr sz="2200"/>
            </a:pPr>
            <a:r>
              <a:t>Kept ANFIS + PSO as main method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AEP hourly load data</a:t>
            </a:r>
          </a:p>
          <a:p>
            <a:pPr>
              <a:defRPr sz="2200"/>
            </a:pPr>
            <a:r>
              <a:t>Long time horizon and clear daily/weekly seasonality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Lag features: 1, 2, 3, 24, 48, 168 hours</a:t>
            </a:r>
          </a:p>
          <a:p>
            <a:pPr>
              <a:defRPr sz="2200"/>
            </a:pPr>
            <a:r>
              <a:t>Calendar and cyclical time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/ Validation / 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Time-based split: 70% / 15% / 15%</a:t>
            </a:r>
          </a:p>
          <a:p>
            <a:pPr>
              <a:defRPr sz="2200"/>
            </a:pPr>
            <a:r>
              <a:t>No data leakage from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1: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Forecast = previous hour load</a:t>
            </a:r>
          </a:p>
          <a:p>
            <a:pPr>
              <a:defRPr sz="2200"/>
            </a:pPr>
            <a:r>
              <a:t>Simple but strong benchmark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2: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Captures linear dependence over lags</a:t>
            </a:r>
          </a:p>
          <a:p>
            <a:pPr>
              <a:defRPr sz="2200"/>
            </a:pPr>
            <a:r>
              <a:t>Fast and interpretable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3: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Neural network baseline</a:t>
            </a:r>
          </a:p>
          <a:p>
            <a:pPr>
              <a:defRPr sz="2200"/>
            </a:pPr>
            <a:r>
              <a:t>Can model non-linear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4: ANFIS-like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Neuro-fuzzy model with Gaussian memberships</a:t>
            </a:r>
          </a:p>
          <a:p>
            <a:pPr>
              <a:defRPr sz="2200"/>
            </a:pPr>
            <a:r>
              <a:t>Combines fuzzy rules and data fitting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5: ANFIS-PSO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PSO optimizes fuzzy premise parameters</a:t>
            </a:r>
          </a:p>
          <a:p>
            <a:pPr>
              <a:defRPr sz="2200"/>
            </a:pPr>
            <a:r>
              <a:t>Consequent parameters solved by least squares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Point: MAE, RMSE, MAPE</a:t>
            </a:r>
          </a:p>
          <a:p>
            <a:pPr>
              <a:defRPr sz="2200"/>
            </a:pPr>
            <a:r>
              <a:t>Interval: PICP and interval width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One command: bash run.sh</a:t>
            </a:r>
          </a:p>
          <a:p>
            <a:pPr>
              <a:defRPr sz="2200"/>
            </a:pPr>
            <a:r>
              <a:t>Downloads data, trains models, saves results and plots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Metrics file: /home/abdullah/applsoftcomp-sprint-m02/Short-Term-Electric-Load-Forecasting/results/metrics.csv</a:t>
            </a:r>
          </a:p>
          <a:p>
            <a:pPr>
              <a:defRPr sz="2200"/>
            </a:pPr>
            <a:r>
              <a:t>Best model selected by RMSE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Comparison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Shows actual vs top 3 models</a:t>
            </a:r>
          </a:p>
          <a:p>
            <a:pPr>
              <a:defRPr sz="2200"/>
            </a:pPr>
            <a:r>
              <a:t>Visual check for peak and valley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Interval Forecast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90% prediction interval from residual quantiles</a:t>
            </a:r>
          </a:p>
          <a:p>
            <a:pPr>
              <a:defRPr sz="2200"/>
            </a:pPr>
            <a:r>
              <a:t>Shows uncertainty around point forecast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PSO helped tune fuzzy premises</a:t>
            </a:r>
          </a:p>
          <a:p>
            <a:pPr>
              <a:defRPr sz="2200"/>
            </a:pPr>
            <a:r>
              <a:t>Hybrid model improved stability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Single-region data only</a:t>
            </a:r>
          </a:p>
          <a:p>
            <a:pPr>
              <a:defRPr sz="2200"/>
            </a:pPr>
            <a:r>
              <a:t>No weather features in current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